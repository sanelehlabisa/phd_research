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3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71" r:id="rId2"/>
    <p:sldId id="274" r:id="rId3"/>
    <p:sldId id="275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C1020"/>
    <a:srgbClr val="5C2A08"/>
    <a:srgbClr val="663300"/>
    <a:srgbClr val="FF66FF"/>
    <a:srgbClr val="99CCFF"/>
    <a:srgbClr val="FF33CC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74" d="100"/>
          <a:sy n="74" d="100"/>
        </p:scale>
        <p:origin x="340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openxmlformats.org/officeDocument/2006/relationships/slide" Target="slides/slide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tine Cuenod" userId="0d8ec3d2-ea6f-4bb8-aa42-e329c8c8f8b9" providerId="ADAL" clId="{F233DAAA-9D02-42AE-A844-A8749B39CE94}"/>
    <pc:docChg chg="undo redo custSel delSld modSld modMainMaster">
      <pc:chgData name="Christine Cuenod" userId="0d8ec3d2-ea6f-4bb8-aa42-e329c8c8f8b9" providerId="ADAL" clId="{F233DAAA-9D02-42AE-A844-A8749B39CE94}" dt="2026-10-07T10:07:46.268" v="544" actId="47"/>
      <pc:docMkLst>
        <pc:docMk/>
      </pc:docMkLst>
      <pc:sldChg chg="addSp modSp del mod">
        <pc:chgData name="Christine Cuenod" userId="0d8ec3d2-ea6f-4bb8-aa42-e329c8c8f8b9" providerId="ADAL" clId="{F233DAAA-9D02-42AE-A844-A8749B39CE94}" dt="2026-10-07T10:07:46.268" v="544" actId="47"/>
        <pc:sldMkLst>
          <pc:docMk/>
          <pc:sldMk cId="2997771629" sldId="265"/>
        </pc:sldMkLst>
        <pc:spChg chg="mod">
          <ac:chgData name="Christine Cuenod" userId="0d8ec3d2-ea6f-4bb8-aa42-e329c8c8f8b9" providerId="ADAL" clId="{F233DAAA-9D02-42AE-A844-A8749B39CE94}" dt="2026-10-07T06:55:13.696" v="0"/>
          <ac:spMkLst>
            <pc:docMk/>
            <pc:sldMk cId="2997771629" sldId="265"/>
            <ac:spMk id="9" creationId="{00000000-0000-0000-0000-000000000000}"/>
          </ac:spMkLst>
        </pc:spChg>
        <pc:spChg chg="mod">
          <ac:chgData name="Christine Cuenod" userId="0d8ec3d2-ea6f-4bb8-aa42-e329c8c8f8b9" providerId="ADAL" clId="{F233DAAA-9D02-42AE-A844-A8749B39CE94}" dt="2026-10-07T10:01:22.248" v="537" actId="1036"/>
          <ac:spMkLst>
            <pc:docMk/>
            <pc:sldMk cId="2997771629" sldId="265"/>
            <ac:spMk id="24" creationId="{18CFF7CE-E467-4D8C-A58B-D5921C66DD9A}"/>
          </ac:spMkLst>
        </pc:spChg>
        <pc:spChg chg="mod">
          <ac:chgData name="Christine Cuenod" userId="0d8ec3d2-ea6f-4bb8-aa42-e329c8c8f8b9" providerId="ADAL" clId="{F233DAAA-9D02-42AE-A844-A8749B39CE94}" dt="2026-10-07T10:01:13.375" v="530" actId="1036"/>
          <ac:spMkLst>
            <pc:docMk/>
            <pc:sldMk cId="2997771629" sldId="265"/>
            <ac:spMk id="26" creationId="{E4E1BC1E-7684-4766-AF95-7E430F54DD11}"/>
          </ac:spMkLst>
        </pc:spChg>
        <pc:spChg chg="mod">
          <ac:chgData name="Christine Cuenod" userId="0d8ec3d2-ea6f-4bb8-aa42-e329c8c8f8b9" providerId="ADAL" clId="{F233DAAA-9D02-42AE-A844-A8749B39CE94}" dt="2026-10-07T06:55:13.696" v="0"/>
          <ac:spMkLst>
            <pc:docMk/>
            <pc:sldMk cId="2997771629" sldId="265"/>
            <ac:spMk id="27" creationId="{960EB5A6-3F6A-476F-BE1D-0E15AE1AD32A}"/>
          </ac:spMkLst>
        </pc:spChg>
        <pc:spChg chg="mod">
          <ac:chgData name="Christine Cuenod" userId="0d8ec3d2-ea6f-4bb8-aa42-e329c8c8f8b9" providerId="ADAL" clId="{F233DAAA-9D02-42AE-A844-A8749B39CE94}" dt="2026-10-07T10:01:13.375" v="530" actId="1036"/>
          <ac:spMkLst>
            <pc:docMk/>
            <pc:sldMk cId="2997771629" sldId="265"/>
            <ac:spMk id="28" creationId="{6EC0059E-E999-4CBB-B85C-CF01F793C71E}"/>
          </ac:spMkLst>
        </pc:spChg>
        <pc:spChg chg="mod">
          <ac:chgData name="Christine Cuenod" userId="0d8ec3d2-ea6f-4bb8-aa42-e329c8c8f8b9" providerId="ADAL" clId="{F233DAAA-9D02-42AE-A844-A8749B39CE94}" dt="2026-10-07T06:55:13.696" v="0"/>
          <ac:spMkLst>
            <pc:docMk/>
            <pc:sldMk cId="2997771629" sldId="265"/>
            <ac:spMk id="30" creationId="{F4458588-DF2D-422F-A093-260D42BF13A4}"/>
          </ac:spMkLst>
        </pc:spChg>
        <pc:spChg chg="mod">
          <ac:chgData name="Christine Cuenod" userId="0d8ec3d2-ea6f-4bb8-aa42-e329c8c8f8b9" providerId="ADAL" clId="{F233DAAA-9D02-42AE-A844-A8749B39CE94}" dt="2026-10-07T10:01:05.579" v="523" actId="1036"/>
          <ac:spMkLst>
            <pc:docMk/>
            <pc:sldMk cId="2997771629" sldId="265"/>
            <ac:spMk id="31" creationId="{BE534DC4-7841-4991-868F-AE3A7BC0CAD0}"/>
          </ac:spMkLst>
        </pc:spChg>
        <pc:spChg chg="mod">
          <ac:chgData name="Christine Cuenod" userId="0d8ec3d2-ea6f-4bb8-aa42-e329c8c8f8b9" providerId="ADAL" clId="{F233DAAA-9D02-42AE-A844-A8749B39CE94}" dt="2026-10-07T10:01:05.579" v="523" actId="1036"/>
          <ac:spMkLst>
            <pc:docMk/>
            <pc:sldMk cId="2997771629" sldId="265"/>
            <ac:spMk id="32" creationId="{4DEF8681-6B16-4F5D-AF30-DE1D9147BFFA}"/>
          </ac:spMkLst>
        </pc:spChg>
        <pc:spChg chg="mod">
          <ac:chgData name="Christine Cuenod" userId="0d8ec3d2-ea6f-4bb8-aa42-e329c8c8f8b9" providerId="ADAL" clId="{F233DAAA-9D02-42AE-A844-A8749B39CE94}" dt="2026-10-07T10:01:05.579" v="523" actId="1036"/>
          <ac:spMkLst>
            <pc:docMk/>
            <pc:sldMk cId="2997771629" sldId="265"/>
            <ac:spMk id="33" creationId="{4BCC688A-7B6E-48E3-8E1C-26E8A95B85CD}"/>
          </ac:spMkLst>
        </pc:spChg>
        <pc:spChg chg="mod">
          <ac:chgData name="Christine Cuenod" userId="0d8ec3d2-ea6f-4bb8-aa42-e329c8c8f8b9" providerId="ADAL" clId="{F233DAAA-9D02-42AE-A844-A8749B39CE94}" dt="2026-10-07T10:01:13.375" v="530" actId="1036"/>
          <ac:spMkLst>
            <pc:docMk/>
            <pc:sldMk cId="2997771629" sldId="265"/>
            <ac:spMk id="37" creationId="{583214D0-85C2-462B-8AB4-7E55391C8E75}"/>
          </ac:spMkLst>
        </pc:spChg>
        <pc:picChg chg="add mod">
          <ac:chgData name="Christine Cuenod" userId="0d8ec3d2-ea6f-4bb8-aa42-e329c8c8f8b9" providerId="ADAL" clId="{F233DAAA-9D02-42AE-A844-A8749B39CE94}" dt="2026-10-07T09:59:12.249" v="454" actId="571"/>
          <ac:picMkLst>
            <pc:docMk/>
            <pc:sldMk cId="2997771629" sldId="265"/>
            <ac:picMk id="2" creationId="{6F80EC5A-97D8-0D0F-E59D-6D5A0BA87DA7}"/>
          </ac:picMkLst>
        </pc:picChg>
        <pc:picChg chg="add mod">
          <ac:chgData name="Christine Cuenod" userId="0d8ec3d2-ea6f-4bb8-aa42-e329c8c8f8b9" providerId="ADAL" clId="{F233DAAA-9D02-42AE-A844-A8749B39CE94}" dt="2026-10-07T09:59:12.249" v="454" actId="571"/>
          <ac:picMkLst>
            <pc:docMk/>
            <pc:sldMk cId="2997771629" sldId="265"/>
            <ac:picMk id="3" creationId="{B0381DC8-7F31-FE57-BC35-1626C9C5E849}"/>
          </ac:picMkLst>
        </pc:picChg>
        <pc:picChg chg="mod">
          <ac:chgData name="Christine Cuenod" userId="0d8ec3d2-ea6f-4bb8-aa42-e329c8c8f8b9" providerId="ADAL" clId="{F233DAAA-9D02-42AE-A844-A8749B39CE94}" dt="2026-10-07T10:00:28.725" v="507" actId="1035"/>
          <ac:picMkLst>
            <pc:docMk/>
            <pc:sldMk cId="2997771629" sldId="265"/>
            <ac:picMk id="10" creationId="{00000000-0000-0000-0000-000000000000}"/>
          </ac:picMkLst>
        </pc:picChg>
        <pc:picChg chg="mod">
          <ac:chgData name="Christine Cuenod" userId="0d8ec3d2-ea6f-4bb8-aa42-e329c8c8f8b9" providerId="ADAL" clId="{F233DAAA-9D02-42AE-A844-A8749B39CE94}" dt="2026-10-07T06:55:13.696" v="0"/>
          <ac:picMkLst>
            <pc:docMk/>
            <pc:sldMk cId="2997771629" sldId="265"/>
            <ac:picMk id="13" creationId="{00000000-0000-0000-0000-000000000000}"/>
          </ac:picMkLst>
        </pc:picChg>
        <pc:picChg chg="mod">
          <ac:chgData name="Christine Cuenod" userId="0d8ec3d2-ea6f-4bb8-aa42-e329c8c8f8b9" providerId="ADAL" clId="{F233DAAA-9D02-42AE-A844-A8749B39CE94}" dt="2026-10-07T10:00:28.725" v="507" actId="1035"/>
          <ac:picMkLst>
            <pc:docMk/>
            <pc:sldMk cId="2997771629" sldId="265"/>
            <ac:picMk id="14" creationId="{00000000-0000-0000-0000-000000000000}"/>
          </ac:picMkLst>
        </pc:picChg>
        <pc:picChg chg="mod">
          <ac:chgData name="Christine Cuenod" userId="0d8ec3d2-ea6f-4bb8-aa42-e329c8c8f8b9" providerId="ADAL" clId="{F233DAAA-9D02-42AE-A844-A8749B39CE94}" dt="2026-10-07T10:00:28.725" v="507" actId="1035"/>
          <ac:picMkLst>
            <pc:docMk/>
            <pc:sldMk cId="2997771629" sldId="265"/>
            <ac:picMk id="15" creationId="{00000000-0000-0000-0000-000000000000}"/>
          </ac:picMkLst>
        </pc:picChg>
        <pc:picChg chg="mod modCrop">
          <ac:chgData name="Christine Cuenod" userId="0d8ec3d2-ea6f-4bb8-aa42-e329c8c8f8b9" providerId="ADAL" clId="{F233DAAA-9D02-42AE-A844-A8749B39CE94}" dt="2026-10-07T10:01:37.950" v="538" actId="732"/>
          <ac:picMkLst>
            <pc:docMk/>
            <pc:sldMk cId="2997771629" sldId="265"/>
            <ac:picMk id="36" creationId="{ACCDD2FA-450F-4D68-9BC4-273C3184DBDE}"/>
          </ac:picMkLst>
        </pc:picChg>
      </pc:sldChg>
      <pc:sldChg chg="addSp delSp modSp mod">
        <pc:chgData name="Christine Cuenod" userId="0d8ec3d2-ea6f-4bb8-aa42-e329c8c8f8b9" providerId="ADAL" clId="{F233DAAA-9D02-42AE-A844-A8749B39CE94}" dt="2026-10-07T07:34:30.913" v="56" actId="14100"/>
        <pc:sldMkLst>
          <pc:docMk/>
          <pc:sldMk cId="754972301" sldId="271"/>
        </pc:sldMkLst>
        <pc:spChg chg="mod">
          <ac:chgData name="Christine Cuenod" userId="0d8ec3d2-ea6f-4bb8-aa42-e329c8c8f8b9" providerId="ADAL" clId="{F233DAAA-9D02-42AE-A844-A8749B39CE94}" dt="2026-10-07T07:31:16.600" v="18" actId="14100"/>
          <ac:spMkLst>
            <pc:docMk/>
            <pc:sldMk cId="754972301" sldId="271"/>
            <ac:spMk id="2" creationId="{C3A7A80C-7152-468E-A4BB-866D4D104812}"/>
          </ac:spMkLst>
        </pc:spChg>
        <pc:spChg chg="mod">
          <ac:chgData name="Christine Cuenod" userId="0d8ec3d2-ea6f-4bb8-aa42-e329c8c8f8b9" providerId="ADAL" clId="{F233DAAA-9D02-42AE-A844-A8749B39CE94}" dt="2026-10-07T06:55:13.696" v="0"/>
          <ac:spMkLst>
            <pc:docMk/>
            <pc:sldMk cId="754972301" sldId="271"/>
            <ac:spMk id="24" creationId="{1A053906-DACA-4A06-BE21-1F9175E757B5}"/>
          </ac:spMkLst>
        </pc:spChg>
        <pc:spChg chg="mod">
          <ac:chgData name="Christine Cuenod" userId="0d8ec3d2-ea6f-4bb8-aa42-e329c8c8f8b9" providerId="ADAL" clId="{F233DAAA-9D02-42AE-A844-A8749B39CE94}" dt="2026-10-07T06:55:13.696" v="0"/>
          <ac:spMkLst>
            <pc:docMk/>
            <pc:sldMk cId="754972301" sldId="271"/>
            <ac:spMk id="26" creationId="{F8407126-9568-4EAA-8982-93D0865903DE}"/>
          </ac:spMkLst>
        </pc:spChg>
        <pc:spChg chg="mod">
          <ac:chgData name="Christine Cuenod" userId="0d8ec3d2-ea6f-4bb8-aa42-e329c8c8f8b9" providerId="ADAL" clId="{F233DAAA-9D02-42AE-A844-A8749B39CE94}" dt="2026-10-07T06:55:13.696" v="0"/>
          <ac:spMkLst>
            <pc:docMk/>
            <pc:sldMk cId="754972301" sldId="271"/>
            <ac:spMk id="27" creationId="{CD42454F-F894-4191-888F-4B75D216C943}"/>
          </ac:spMkLst>
        </pc:spChg>
        <pc:spChg chg="mod">
          <ac:chgData name="Christine Cuenod" userId="0d8ec3d2-ea6f-4bb8-aa42-e329c8c8f8b9" providerId="ADAL" clId="{F233DAAA-9D02-42AE-A844-A8749B39CE94}" dt="2026-10-07T06:55:13.696" v="0"/>
          <ac:spMkLst>
            <pc:docMk/>
            <pc:sldMk cId="754972301" sldId="271"/>
            <ac:spMk id="28" creationId="{CD55FF19-7ACB-4F63-959B-E3DCF4037F1A}"/>
          </ac:spMkLst>
        </pc:spChg>
        <pc:spChg chg="mod">
          <ac:chgData name="Christine Cuenod" userId="0d8ec3d2-ea6f-4bb8-aa42-e329c8c8f8b9" providerId="ADAL" clId="{F233DAAA-9D02-42AE-A844-A8749B39CE94}" dt="2026-10-07T06:55:13.696" v="0"/>
          <ac:spMkLst>
            <pc:docMk/>
            <pc:sldMk cId="754972301" sldId="271"/>
            <ac:spMk id="30" creationId="{94333BE2-DC7F-46DC-82E1-3A6E4D11D6A6}"/>
          </ac:spMkLst>
        </pc:spChg>
        <pc:spChg chg="mod">
          <ac:chgData name="Christine Cuenod" userId="0d8ec3d2-ea6f-4bb8-aa42-e329c8c8f8b9" providerId="ADAL" clId="{F233DAAA-9D02-42AE-A844-A8749B39CE94}" dt="2026-10-07T06:55:13.696" v="0"/>
          <ac:spMkLst>
            <pc:docMk/>
            <pc:sldMk cId="754972301" sldId="271"/>
            <ac:spMk id="32" creationId="{07F26724-38F7-4261-A397-152C7EE4D104}"/>
          </ac:spMkLst>
        </pc:spChg>
        <pc:spChg chg="mod">
          <ac:chgData name="Christine Cuenod" userId="0d8ec3d2-ea6f-4bb8-aa42-e329c8c8f8b9" providerId="ADAL" clId="{F233DAAA-9D02-42AE-A844-A8749B39CE94}" dt="2026-10-07T06:55:13.696" v="0"/>
          <ac:spMkLst>
            <pc:docMk/>
            <pc:sldMk cId="754972301" sldId="271"/>
            <ac:spMk id="33" creationId="{1569B157-AA73-4DA7-9995-2040F0BBD5D2}"/>
          </ac:spMkLst>
        </pc:spChg>
        <pc:spChg chg="mod">
          <ac:chgData name="Christine Cuenod" userId="0d8ec3d2-ea6f-4bb8-aa42-e329c8c8f8b9" providerId="ADAL" clId="{F233DAAA-9D02-42AE-A844-A8749B39CE94}" dt="2026-10-07T06:55:13.696" v="0"/>
          <ac:spMkLst>
            <pc:docMk/>
            <pc:sldMk cId="754972301" sldId="271"/>
            <ac:spMk id="34" creationId="{59795E05-F3AA-473D-890F-E779940CE7C3}"/>
          </ac:spMkLst>
        </pc:spChg>
        <pc:spChg chg="mod">
          <ac:chgData name="Christine Cuenod" userId="0d8ec3d2-ea6f-4bb8-aa42-e329c8c8f8b9" providerId="ADAL" clId="{F233DAAA-9D02-42AE-A844-A8749B39CE94}" dt="2026-10-07T06:55:13.696" v="0"/>
          <ac:spMkLst>
            <pc:docMk/>
            <pc:sldMk cId="754972301" sldId="271"/>
            <ac:spMk id="35" creationId="{61A92AC3-5D8E-4133-864A-EFA7579BD22A}"/>
          </ac:spMkLst>
        </pc:spChg>
        <pc:spChg chg="mod">
          <ac:chgData name="Christine Cuenod" userId="0d8ec3d2-ea6f-4bb8-aa42-e329c8c8f8b9" providerId="ADAL" clId="{F233DAAA-9D02-42AE-A844-A8749B39CE94}" dt="2026-10-07T06:55:13.696" v="0"/>
          <ac:spMkLst>
            <pc:docMk/>
            <pc:sldMk cId="754972301" sldId="271"/>
            <ac:spMk id="44" creationId="{3A0C1516-78C4-46DE-B47C-99FC70E0E169}"/>
          </ac:spMkLst>
        </pc:spChg>
        <pc:picChg chg="add del mod">
          <ac:chgData name="Christine Cuenod" userId="0d8ec3d2-ea6f-4bb8-aa42-e329c8c8f8b9" providerId="ADAL" clId="{F233DAAA-9D02-42AE-A844-A8749B39CE94}" dt="2026-10-07T07:30:33.501" v="13" actId="478"/>
          <ac:picMkLst>
            <pc:docMk/>
            <pc:sldMk cId="754972301" sldId="271"/>
            <ac:picMk id="3" creationId="{423BAB44-97BD-00A3-C9C2-FB931F7CE836}"/>
          </ac:picMkLst>
        </pc:picChg>
        <pc:picChg chg="mod">
          <ac:chgData name="Christine Cuenod" userId="0d8ec3d2-ea6f-4bb8-aa42-e329c8c8f8b9" providerId="ADAL" clId="{F233DAAA-9D02-42AE-A844-A8749B39CE94}" dt="2026-10-07T07:31:45.386" v="27" actId="1035"/>
          <ac:picMkLst>
            <pc:docMk/>
            <pc:sldMk cId="754972301" sldId="271"/>
            <ac:picMk id="10" creationId="{00000000-0000-0000-0000-000000000000}"/>
          </ac:picMkLst>
        </pc:picChg>
        <pc:picChg chg="mod">
          <ac:chgData name="Christine Cuenod" userId="0d8ec3d2-ea6f-4bb8-aa42-e329c8c8f8b9" providerId="ADAL" clId="{F233DAAA-9D02-42AE-A844-A8749B39CE94}" dt="2026-10-07T07:31:28.146" v="22" actId="1035"/>
          <ac:picMkLst>
            <pc:docMk/>
            <pc:sldMk cId="754972301" sldId="271"/>
            <ac:picMk id="14" creationId="{00000000-0000-0000-0000-000000000000}"/>
          </ac:picMkLst>
        </pc:picChg>
        <pc:picChg chg="mod">
          <ac:chgData name="Christine Cuenod" userId="0d8ec3d2-ea6f-4bb8-aa42-e329c8c8f8b9" providerId="ADAL" clId="{F233DAAA-9D02-42AE-A844-A8749B39CE94}" dt="2026-10-07T07:31:41.137" v="26" actId="1035"/>
          <ac:picMkLst>
            <pc:docMk/>
            <pc:sldMk cId="754972301" sldId="271"/>
            <ac:picMk id="15" creationId="{00000000-0000-0000-0000-000000000000}"/>
          </ac:picMkLst>
        </pc:picChg>
        <pc:picChg chg="mod">
          <ac:chgData name="Christine Cuenod" userId="0d8ec3d2-ea6f-4bb8-aa42-e329c8c8f8b9" providerId="ADAL" clId="{F233DAAA-9D02-42AE-A844-A8749B39CE94}" dt="2026-10-07T07:33:01.030" v="43" actId="1036"/>
          <ac:picMkLst>
            <pc:docMk/>
            <pc:sldMk cId="754972301" sldId="271"/>
            <ac:picMk id="41" creationId="{4274A8A1-06F1-4898-BE63-A8B50701ABBB}"/>
          </ac:picMkLst>
        </pc:picChg>
        <pc:picChg chg="mod">
          <ac:chgData name="Christine Cuenod" userId="0d8ec3d2-ea6f-4bb8-aa42-e329c8c8f8b9" providerId="ADAL" clId="{F233DAAA-9D02-42AE-A844-A8749B39CE94}" dt="2026-10-07T06:55:13.696" v="0"/>
          <ac:picMkLst>
            <pc:docMk/>
            <pc:sldMk cId="754972301" sldId="271"/>
            <ac:picMk id="42" creationId="{3C80C5C4-89F1-4B80-B059-325E93463764}"/>
          </ac:picMkLst>
        </pc:picChg>
        <pc:cxnChg chg="add mod">
          <ac:chgData name="Christine Cuenod" userId="0d8ec3d2-ea6f-4bb8-aa42-e329c8c8f8b9" providerId="ADAL" clId="{F233DAAA-9D02-42AE-A844-A8749B39CE94}" dt="2026-10-07T07:34:30.913" v="56" actId="14100"/>
          <ac:cxnSpMkLst>
            <pc:docMk/>
            <pc:sldMk cId="754972301" sldId="271"/>
            <ac:cxnSpMk id="6" creationId="{50F88F6B-9C82-FF64-40E9-ECA6ECC83736}"/>
          </ac:cxnSpMkLst>
        </pc:cxnChg>
        <pc:cxnChg chg="mod">
          <ac:chgData name="Christine Cuenod" userId="0d8ec3d2-ea6f-4bb8-aa42-e329c8c8f8b9" providerId="ADAL" clId="{F233DAAA-9D02-42AE-A844-A8749B39CE94}" dt="2026-10-07T07:32:29.366" v="37" actId="14100"/>
          <ac:cxnSpMkLst>
            <pc:docMk/>
            <pc:sldMk cId="754972301" sldId="271"/>
            <ac:cxnSpMk id="43" creationId="{2493018C-7361-46B8-B889-3F6901DF5FF5}"/>
          </ac:cxnSpMkLst>
        </pc:cxnChg>
      </pc:sldChg>
      <pc:sldChg chg="modSp mod">
        <pc:chgData name="Christine Cuenod" userId="0d8ec3d2-ea6f-4bb8-aa42-e329c8c8f8b9" providerId="ADAL" clId="{F233DAAA-9D02-42AE-A844-A8749B39CE94}" dt="2026-10-07T10:01:58.414" v="543" actId="1036"/>
        <pc:sldMkLst>
          <pc:docMk/>
          <pc:sldMk cId="4241584119" sldId="274"/>
        </pc:sldMkLst>
        <pc:spChg chg="mod">
          <ac:chgData name="Christine Cuenod" userId="0d8ec3d2-ea6f-4bb8-aa42-e329c8c8f8b9" providerId="ADAL" clId="{F233DAAA-9D02-42AE-A844-A8749B39CE94}" dt="2026-10-07T09:56:10.406" v="345" actId="1035"/>
          <ac:spMkLst>
            <pc:docMk/>
            <pc:sldMk cId="4241584119" sldId="274"/>
            <ac:spMk id="6" creationId="{E4626AA8-A27D-49E2-8431-BA11D7B79769}"/>
          </ac:spMkLst>
        </pc:spChg>
        <pc:spChg chg="mod">
          <ac:chgData name="Christine Cuenod" userId="0d8ec3d2-ea6f-4bb8-aa42-e329c8c8f8b9" providerId="ADAL" clId="{F233DAAA-9D02-42AE-A844-A8749B39CE94}" dt="2026-10-07T09:55:25.756" v="327" actId="1035"/>
          <ac:spMkLst>
            <pc:docMk/>
            <pc:sldMk cId="4241584119" sldId="274"/>
            <ac:spMk id="7" creationId="{47C2DE6B-6AF8-40FF-AC89-6C36FC7680B1}"/>
          </ac:spMkLst>
        </pc:spChg>
        <pc:spChg chg="mod">
          <ac:chgData name="Christine Cuenod" userId="0d8ec3d2-ea6f-4bb8-aa42-e329c8c8f8b9" providerId="ADAL" clId="{F233DAAA-9D02-42AE-A844-A8749B39CE94}" dt="2026-10-07T09:56:02.050" v="343" actId="1035"/>
          <ac:spMkLst>
            <pc:docMk/>
            <pc:sldMk cId="4241584119" sldId="274"/>
            <ac:spMk id="8" creationId="{75E3CD62-C891-412D-988E-F5115AB2F1C8}"/>
          </ac:spMkLst>
        </pc:spChg>
        <pc:spChg chg="mod">
          <ac:chgData name="Christine Cuenod" userId="0d8ec3d2-ea6f-4bb8-aa42-e329c8c8f8b9" providerId="ADAL" clId="{F233DAAA-9D02-42AE-A844-A8749B39CE94}" dt="2026-10-07T09:55:27.125" v="335" actId="1035"/>
          <ac:spMkLst>
            <pc:docMk/>
            <pc:sldMk cId="4241584119" sldId="274"/>
            <ac:spMk id="9" creationId="{65857FF9-6106-4D61-9E49-0CA312FD4105}"/>
          </ac:spMkLst>
        </pc:spChg>
        <pc:spChg chg="mod">
          <ac:chgData name="Christine Cuenod" userId="0d8ec3d2-ea6f-4bb8-aa42-e329c8c8f8b9" providerId="ADAL" clId="{F233DAAA-9D02-42AE-A844-A8749B39CE94}" dt="2026-10-07T09:55:26.083" v="329" actId="1036"/>
          <ac:spMkLst>
            <pc:docMk/>
            <pc:sldMk cId="4241584119" sldId="274"/>
            <ac:spMk id="10" creationId="{56C4E0BB-A1D4-4AF5-B120-9B8CC7274A99}"/>
          </ac:spMkLst>
        </pc:spChg>
        <pc:spChg chg="mod">
          <ac:chgData name="Christine Cuenod" userId="0d8ec3d2-ea6f-4bb8-aa42-e329c8c8f8b9" providerId="ADAL" clId="{F233DAAA-9D02-42AE-A844-A8749B39CE94}" dt="2026-10-07T09:56:06.933" v="344" actId="1035"/>
          <ac:spMkLst>
            <pc:docMk/>
            <pc:sldMk cId="4241584119" sldId="274"/>
            <ac:spMk id="11" creationId="{4B8198EB-EC14-45D9-A204-E4D898F500D7}"/>
          </ac:spMkLst>
        </pc:spChg>
        <pc:spChg chg="mod">
          <ac:chgData name="Christine Cuenod" userId="0d8ec3d2-ea6f-4bb8-aa42-e329c8c8f8b9" providerId="ADAL" clId="{F233DAAA-9D02-42AE-A844-A8749B39CE94}" dt="2026-10-07T09:55:27.822" v="339" actId="1036"/>
          <ac:spMkLst>
            <pc:docMk/>
            <pc:sldMk cId="4241584119" sldId="274"/>
            <ac:spMk id="12" creationId="{47C01F7C-B8EE-4794-834B-D30A20B17BE3}"/>
          </ac:spMkLst>
        </pc:spChg>
        <pc:spChg chg="mod">
          <ac:chgData name="Christine Cuenod" userId="0d8ec3d2-ea6f-4bb8-aa42-e329c8c8f8b9" providerId="ADAL" clId="{F233DAAA-9D02-42AE-A844-A8749B39CE94}" dt="2026-10-07T09:55:25.112" v="323" actId="1036"/>
          <ac:spMkLst>
            <pc:docMk/>
            <pc:sldMk cId="4241584119" sldId="274"/>
            <ac:spMk id="13" creationId="{6EB9CDF0-E5A1-489C-8266-8323C312465E}"/>
          </ac:spMkLst>
        </pc:spChg>
        <pc:spChg chg="mod">
          <ac:chgData name="Christine Cuenod" userId="0d8ec3d2-ea6f-4bb8-aa42-e329c8c8f8b9" providerId="ADAL" clId="{F233DAAA-9D02-42AE-A844-A8749B39CE94}" dt="2026-10-07T09:55:25.602" v="326" actId="1035"/>
          <ac:spMkLst>
            <pc:docMk/>
            <pc:sldMk cId="4241584119" sldId="274"/>
            <ac:spMk id="14" creationId="{08585485-A8C6-499B-8441-BF5282BB675F}"/>
          </ac:spMkLst>
        </pc:spChg>
        <pc:picChg chg="mod">
          <ac:chgData name="Christine Cuenod" userId="0d8ec3d2-ea6f-4bb8-aa42-e329c8c8f8b9" providerId="ADAL" clId="{F233DAAA-9D02-42AE-A844-A8749B39CE94}" dt="2026-10-07T06:55:13.696" v="0"/>
          <ac:picMkLst>
            <pc:docMk/>
            <pc:sldMk cId="4241584119" sldId="274"/>
            <ac:picMk id="4" creationId="{B2369129-67EB-4D38-AEAA-11D13BECB690}"/>
          </ac:picMkLst>
        </pc:picChg>
        <pc:picChg chg="mod">
          <ac:chgData name="Christine Cuenod" userId="0d8ec3d2-ea6f-4bb8-aa42-e329c8c8f8b9" providerId="ADAL" clId="{F233DAAA-9D02-42AE-A844-A8749B39CE94}" dt="2026-10-07T10:01:58.414" v="543" actId="1036"/>
          <ac:picMkLst>
            <pc:docMk/>
            <pc:sldMk cId="4241584119" sldId="274"/>
            <ac:picMk id="5" creationId="{6E9E7D79-0495-499C-9C19-1F761EA5F76C}"/>
          </ac:picMkLst>
        </pc:picChg>
      </pc:sldChg>
      <pc:sldMasterChg chg="modSp modSldLayout">
        <pc:chgData name="Christine Cuenod" userId="0d8ec3d2-ea6f-4bb8-aa42-e329c8c8f8b9" providerId="ADAL" clId="{F233DAAA-9D02-42AE-A844-A8749B39CE94}" dt="2026-10-07T06:55:13.696" v="0"/>
        <pc:sldMasterMkLst>
          <pc:docMk/>
          <pc:sldMasterMk cId="1443137266" sldId="2147483660"/>
        </pc:sldMasterMkLst>
        <pc:spChg chg="mod">
          <ac:chgData name="Christine Cuenod" userId="0d8ec3d2-ea6f-4bb8-aa42-e329c8c8f8b9" providerId="ADAL" clId="{F233DAAA-9D02-42AE-A844-A8749B39CE94}" dt="2026-10-07T06:55:13.696" v="0"/>
          <ac:spMkLst>
            <pc:docMk/>
            <pc:sldMasterMk cId="1443137266" sldId="2147483660"/>
            <ac:spMk id="2" creationId="{00000000-0000-0000-0000-000000000000}"/>
          </ac:spMkLst>
        </pc:spChg>
        <pc:spChg chg="mod">
          <ac:chgData name="Christine Cuenod" userId="0d8ec3d2-ea6f-4bb8-aa42-e329c8c8f8b9" providerId="ADAL" clId="{F233DAAA-9D02-42AE-A844-A8749B39CE94}" dt="2026-10-07T06:55:13.696" v="0"/>
          <ac:spMkLst>
            <pc:docMk/>
            <pc:sldMasterMk cId="1443137266" sldId="2147483660"/>
            <ac:spMk id="3" creationId="{00000000-0000-0000-0000-000000000000}"/>
          </ac:spMkLst>
        </pc:spChg>
        <pc:spChg chg="mod">
          <ac:chgData name="Christine Cuenod" userId="0d8ec3d2-ea6f-4bb8-aa42-e329c8c8f8b9" providerId="ADAL" clId="{F233DAAA-9D02-42AE-A844-A8749B39CE94}" dt="2026-10-07T06:55:13.696" v="0"/>
          <ac:spMkLst>
            <pc:docMk/>
            <pc:sldMasterMk cId="1443137266" sldId="2147483660"/>
            <ac:spMk id="4" creationId="{00000000-0000-0000-0000-000000000000}"/>
          </ac:spMkLst>
        </pc:spChg>
        <pc:spChg chg="mod">
          <ac:chgData name="Christine Cuenod" userId="0d8ec3d2-ea6f-4bb8-aa42-e329c8c8f8b9" providerId="ADAL" clId="{F233DAAA-9D02-42AE-A844-A8749B39CE94}" dt="2026-10-07T06:55:13.696" v="0"/>
          <ac:spMkLst>
            <pc:docMk/>
            <pc:sldMasterMk cId="1443137266" sldId="2147483660"/>
            <ac:spMk id="5" creationId="{00000000-0000-0000-0000-000000000000}"/>
          </ac:spMkLst>
        </pc:spChg>
        <pc:spChg chg="mod">
          <ac:chgData name="Christine Cuenod" userId="0d8ec3d2-ea6f-4bb8-aa42-e329c8c8f8b9" providerId="ADAL" clId="{F233DAAA-9D02-42AE-A844-A8749B39CE94}" dt="2026-10-07T06:55:13.696" v="0"/>
          <ac:spMkLst>
            <pc:docMk/>
            <pc:sldMasterMk cId="1443137266" sldId="2147483660"/>
            <ac:spMk id="6" creationId="{00000000-0000-0000-0000-000000000000}"/>
          </ac:spMkLst>
        </pc:spChg>
        <pc:sldLayoutChg chg="modSp">
          <pc:chgData name="Christine Cuenod" userId="0d8ec3d2-ea6f-4bb8-aa42-e329c8c8f8b9" providerId="ADAL" clId="{F233DAAA-9D02-42AE-A844-A8749B39CE94}" dt="2026-10-07T06:55:13.696" v="0"/>
          <pc:sldLayoutMkLst>
            <pc:docMk/>
            <pc:sldMasterMk cId="1443137266" sldId="2147483660"/>
            <pc:sldLayoutMk cId="1830211355" sldId="2147483661"/>
          </pc:sldLayoutMkLst>
          <pc:spChg chg="mod">
            <ac:chgData name="Christine Cuenod" userId="0d8ec3d2-ea6f-4bb8-aa42-e329c8c8f8b9" providerId="ADAL" clId="{F233DAAA-9D02-42AE-A844-A8749B39CE94}" dt="2026-10-07T06:55:13.696" v="0"/>
            <ac:spMkLst>
              <pc:docMk/>
              <pc:sldMasterMk cId="1443137266" sldId="2147483660"/>
              <pc:sldLayoutMk cId="1830211355" sldId="2147483661"/>
              <ac:spMk id="2" creationId="{00000000-0000-0000-0000-000000000000}"/>
            </ac:spMkLst>
          </pc:spChg>
          <pc:spChg chg="mod">
            <ac:chgData name="Christine Cuenod" userId="0d8ec3d2-ea6f-4bb8-aa42-e329c8c8f8b9" providerId="ADAL" clId="{F233DAAA-9D02-42AE-A844-A8749B39CE94}" dt="2026-10-07T06:55:13.696" v="0"/>
            <ac:spMkLst>
              <pc:docMk/>
              <pc:sldMasterMk cId="1443137266" sldId="2147483660"/>
              <pc:sldLayoutMk cId="1830211355" sldId="2147483661"/>
              <ac:spMk id="3" creationId="{00000000-0000-0000-0000-000000000000}"/>
            </ac:spMkLst>
          </pc:spChg>
        </pc:sldLayoutChg>
        <pc:sldLayoutChg chg="modSp">
          <pc:chgData name="Christine Cuenod" userId="0d8ec3d2-ea6f-4bb8-aa42-e329c8c8f8b9" providerId="ADAL" clId="{F233DAAA-9D02-42AE-A844-A8749B39CE94}" dt="2026-10-07T06:55:13.696" v="0"/>
          <pc:sldLayoutMkLst>
            <pc:docMk/>
            <pc:sldMasterMk cId="1443137266" sldId="2147483660"/>
            <pc:sldLayoutMk cId="608620442" sldId="2147483663"/>
          </pc:sldLayoutMkLst>
          <pc:spChg chg="mod">
            <ac:chgData name="Christine Cuenod" userId="0d8ec3d2-ea6f-4bb8-aa42-e329c8c8f8b9" providerId="ADAL" clId="{F233DAAA-9D02-42AE-A844-A8749B39CE94}" dt="2026-10-07T06:55:13.696" v="0"/>
            <ac:spMkLst>
              <pc:docMk/>
              <pc:sldMasterMk cId="1443137266" sldId="2147483660"/>
              <pc:sldLayoutMk cId="608620442" sldId="2147483663"/>
              <ac:spMk id="2" creationId="{00000000-0000-0000-0000-000000000000}"/>
            </ac:spMkLst>
          </pc:spChg>
          <pc:spChg chg="mod">
            <ac:chgData name="Christine Cuenod" userId="0d8ec3d2-ea6f-4bb8-aa42-e329c8c8f8b9" providerId="ADAL" clId="{F233DAAA-9D02-42AE-A844-A8749B39CE94}" dt="2026-10-07T06:55:13.696" v="0"/>
            <ac:spMkLst>
              <pc:docMk/>
              <pc:sldMasterMk cId="1443137266" sldId="2147483660"/>
              <pc:sldLayoutMk cId="608620442" sldId="2147483663"/>
              <ac:spMk id="3" creationId="{00000000-0000-0000-0000-000000000000}"/>
            </ac:spMkLst>
          </pc:spChg>
        </pc:sldLayoutChg>
        <pc:sldLayoutChg chg="modSp">
          <pc:chgData name="Christine Cuenod" userId="0d8ec3d2-ea6f-4bb8-aa42-e329c8c8f8b9" providerId="ADAL" clId="{F233DAAA-9D02-42AE-A844-A8749B39CE94}" dt="2026-10-07T06:55:13.696" v="0"/>
          <pc:sldLayoutMkLst>
            <pc:docMk/>
            <pc:sldMasterMk cId="1443137266" sldId="2147483660"/>
            <pc:sldLayoutMk cId="3372640409" sldId="2147483664"/>
          </pc:sldLayoutMkLst>
          <pc:spChg chg="mod">
            <ac:chgData name="Christine Cuenod" userId="0d8ec3d2-ea6f-4bb8-aa42-e329c8c8f8b9" providerId="ADAL" clId="{F233DAAA-9D02-42AE-A844-A8749B39CE94}" dt="2026-10-07T06:55:13.696" v="0"/>
            <ac:spMkLst>
              <pc:docMk/>
              <pc:sldMasterMk cId="1443137266" sldId="2147483660"/>
              <pc:sldLayoutMk cId="3372640409" sldId="2147483664"/>
              <ac:spMk id="3" creationId="{00000000-0000-0000-0000-000000000000}"/>
            </ac:spMkLst>
          </pc:spChg>
          <pc:spChg chg="mod">
            <ac:chgData name="Christine Cuenod" userId="0d8ec3d2-ea6f-4bb8-aa42-e329c8c8f8b9" providerId="ADAL" clId="{F233DAAA-9D02-42AE-A844-A8749B39CE94}" dt="2026-10-07T06:55:13.696" v="0"/>
            <ac:spMkLst>
              <pc:docMk/>
              <pc:sldMasterMk cId="1443137266" sldId="2147483660"/>
              <pc:sldLayoutMk cId="3372640409" sldId="2147483664"/>
              <ac:spMk id="4" creationId="{00000000-0000-0000-0000-000000000000}"/>
            </ac:spMkLst>
          </pc:spChg>
        </pc:sldLayoutChg>
        <pc:sldLayoutChg chg="modSp">
          <pc:chgData name="Christine Cuenod" userId="0d8ec3d2-ea6f-4bb8-aa42-e329c8c8f8b9" providerId="ADAL" clId="{F233DAAA-9D02-42AE-A844-A8749B39CE94}" dt="2026-10-07T06:55:13.696" v="0"/>
          <pc:sldLayoutMkLst>
            <pc:docMk/>
            <pc:sldMasterMk cId="1443137266" sldId="2147483660"/>
            <pc:sldLayoutMk cId="1197115495" sldId="2147483665"/>
          </pc:sldLayoutMkLst>
          <pc:spChg chg="mod">
            <ac:chgData name="Christine Cuenod" userId="0d8ec3d2-ea6f-4bb8-aa42-e329c8c8f8b9" providerId="ADAL" clId="{F233DAAA-9D02-42AE-A844-A8749B39CE94}" dt="2026-10-07T06:55:13.696" v="0"/>
            <ac:spMkLst>
              <pc:docMk/>
              <pc:sldMasterMk cId="1443137266" sldId="2147483660"/>
              <pc:sldLayoutMk cId="1197115495" sldId="2147483665"/>
              <ac:spMk id="2" creationId="{00000000-0000-0000-0000-000000000000}"/>
            </ac:spMkLst>
          </pc:spChg>
          <pc:spChg chg="mod">
            <ac:chgData name="Christine Cuenod" userId="0d8ec3d2-ea6f-4bb8-aa42-e329c8c8f8b9" providerId="ADAL" clId="{F233DAAA-9D02-42AE-A844-A8749B39CE94}" dt="2026-10-07T06:55:13.696" v="0"/>
            <ac:spMkLst>
              <pc:docMk/>
              <pc:sldMasterMk cId="1443137266" sldId="2147483660"/>
              <pc:sldLayoutMk cId="1197115495" sldId="2147483665"/>
              <ac:spMk id="3" creationId="{00000000-0000-0000-0000-000000000000}"/>
            </ac:spMkLst>
          </pc:spChg>
          <pc:spChg chg="mod">
            <ac:chgData name="Christine Cuenod" userId="0d8ec3d2-ea6f-4bb8-aa42-e329c8c8f8b9" providerId="ADAL" clId="{F233DAAA-9D02-42AE-A844-A8749B39CE94}" dt="2026-10-07T06:55:13.696" v="0"/>
            <ac:spMkLst>
              <pc:docMk/>
              <pc:sldMasterMk cId="1443137266" sldId="2147483660"/>
              <pc:sldLayoutMk cId="1197115495" sldId="2147483665"/>
              <ac:spMk id="4" creationId="{00000000-0000-0000-0000-000000000000}"/>
            </ac:spMkLst>
          </pc:spChg>
          <pc:spChg chg="mod">
            <ac:chgData name="Christine Cuenod" userId="0d8ec3d2-ea6f-4bb8-aa42-e329c8c8f8b9" providerId="ADAL" clId="{F233DAAA-9D02-42AE-A844-A8749B39CE94}" dt="2026-10-07T06:55:13.696" v="0"/>
            <ac:spMkLst>
              <pc:docMk/>
              <pc:sldMasterMk cId="1443137266" sldId="2147483660"/>
              <pc:sldLayoutMk cId="1197115495" sldId="2147483665"/>
              <ac:spMk id="5" creationId="{00000000-0000-0000-0000-000000000000}"/>
            </ac:spMkLst>
          </pc:spChg>
          <pc:spChg chg="mod">
            <ac:chgData name="Christine Cuenod" userId="0d8ec3d2-ea6f-4bb8-aa42-e329c8c8f8b9" providerId="ADAL" clId="{F233DAAA-9D02-42AE-A844-A8749B39CE94}" dt="2026-10-07T06:55:13.696" v="0"/>
            <ac:spMkLst>
              <pc:docMk/>
              <pc:sldMasterMk cId="1443137266" sldId="2147483660"/>
              <pc:sldLayoutMk cId="1197115495" sldId="2147483665"/>
              <ac:spMk id="6" creationId="{00000000-0000-0000-0000-000000000000}"/>
            </ac:spMkLst>
          </pc:spChg>
        </pc:sldLayoutChg>
        <pc:sldLayoutChg chg="modSp">
          <pc:chgData name="Christine Cuenod" userId="0d8ec3d2-ea6f-4bb8-aa42-e329c8c8f8b9" providerId="ADAL" clId="{F233DAAA-9D02-42AE-A844-A8749B39CE94}" dt="2026-10-07T06:55:13.696" v="0"/>
          <pc:sldLayoutMkLst>
            <pc:docMk/>
            <pc:sldMasterMk cId="1443137266" sldId="2147483660"/>
            <pc:sldLayoutMk cId="796312026" sldId="2147483668"/>
          </pc:sldLayoutMkLst>
          <pc:spChg chg="mod">
            <ac:chgData name="Christine Cuenod" userId="0d8ec3d2-ea6f-4bb8-aa42-e329c8c8f8b9" providerId="ADAL" clId="{F233DAAA-9D02-42AE-A844-A8749B39CE94}" dt="2026-10-07T06:55:13.696" v="0"/>
            <ac:spMkLst>
              <pc:docMk/>
              <pc:sldMasterMk cId="1443137266" sldId="2147483660"/>
              <pc:sldLayoutMk cId="796312026" sldId="2147483668"/>
              <ac:spMk id="2" creationId="{00000000-0000-0000-0000-000000000000}"/>
            </ac:spMkLst>
          </pc:spChg>
          <pc:spChg chg="mod">
            <ac:chgData name="Christine Cuenod" userId="0d8ec3d2-ea6f-4bb8-aa42-e329c8c8f8b9" providerId="ADAL" clId="{F233DAAA-9D02-42AE-A844-A8749B39CE94}" dt="2026-10-07T06:55:13.696" v="0"/>
            <ac:spMkLst>
              <pc:docMk/>
              <pc:sldMasterMk cId="1443137266" sldId="2147483660"/>
              <pc:sldLayoutMk cId="796312026" sldId="2147483668"/>
              <ac:spMk id="3" creationId="{00000000-0000-0000-0000-000000000000}"/>
            </ac:spMkLst>
          </pc:spChg>
          <pc:spChg chg="mod">
            <ac:chgData name="Christine Cuenod" userId="0d8ec3d2-ea6f-4bb8-aa42-e329c8c8f8b9" providerId="ADAL" clId="{F233DAAA-9D02-42AE-A844-A8749B39CE94}" dt="2026-10-07T06:55:13.696" v="0"/>
            <ac:spMkLst>
              <pc:docMk/>
              <pc:sldMasterMk cId="1443137266" sldId="2147483660"/>
              <pc:sldLayoutMk cId="796312026" sldId="2147483668"/>
              <ac:spMk id="4" creationId="{00000000-0000-0000-0000-000000000000}"/>
            </ac:spMkLst>
          </pc:spChg>
        </pc:sldLayoutChg>
        <pc:sldLayoutChg chg="modSp">
          <pc:chgData name="Christine Cuenod" userId="0d8ec3d2-ea6f-4bb8-aa42-e329c8c8f8b9" providerId="ADAL" clId="{F233DAAA-9D02-42AE-A844-A8749B39CE94}" dt="2026-10-07T06:55:13.696" v="0"/>
          <pc:sldLayoutMkLst>
            <pc:docMk/>
            <pc:sldMasterMk cId="1443137266" sldId="2147483660"/>
            <pc:sldLayoutMk cId="169048584" sldId="2147483669"/>
          </pc:sldLayoutMkLst>
          <pc:spChg chg="mod">
            <ac:chgData name="Christine Cuenod" userId="0d8ec3d2-ea6f-4bb8-aa42-e329c8c8f8b9" providerId="ADAL" clId="{F233DAAA-9D02-42AE-A844-A8749B39CE94}" dt="2026-10-07T06:55:13.696" v="0"/>
            <ac:spMkLst>
              <pc:docMk/>
              <pc:sldMasterMk cId="1443137266" sldId="2147483660"/>
              <pc:sldLayoutMk cId="169048584" sldId="2147483669"/>
              <ac:spMk id="2" creationId="{00000000-0000-0000-0000-000000000000}"/>
            </ac:spMkLst>
          </pc:spChg>
          <pc:spChg chg="mod">
            <ac:chgData name="Christine Cuenod" userId="0d8ec3d2-ea6f-4bb8-aa42-e329c8c8f8b9" providerId="ADAL" clId="{F233DAAA-9D02-42AE-A844-A8749B39CE94}" dt="2026-10-07T06:55:13.696" v="0"/>
            <ac:spMkLst>
              <pc:docMk/>
              <pc:sldMasterMk cId="1443137266" sldId="2147483660"/>
              <pc:sldLayoutMk cId="169048584" sldId="2147483669"/>
              <ac:spMk id="3" creationId="{00000000-0000-0000-0000-000000000000}"/>
            </ac:spMkLst>
          </pc:spChg>
          <pc:spChg chg="mod">
            <ac:chgData name="Christine Cuenod" userId="0d8ec3d2-ea6f-4bb8-aa42-e329c8c8f8b9" providerId="ADAL" clId="{F233DAAA-9D02-42AE-A844-A8749B39CE94}" dt="2026-10-07T06:55:13.696" v="0"/>
            <ac:spMkLst>
              <pc:docMk/>
              <pc:sldMasterMk cId="1443137266" sldId="2147483660"/>
              <pc:sldLayoutMk cId="169048584" sldId="2147483669"/>
              <ac:spMk id="4" creationId="{00000000-0000-0000-0000-000000000000}"/>
            </ac:spMkLst>
          </pc:spChg>
        </pc:sldLayoutChg>
        <pc:sldLayoutChg chg="modSp">
          <pc:chgData name="Christine Cuenod" userId="0d8ec3d2-ea6f-4bb8-aa42-e329c8c8f8b9" providerId="ADAL" clId="{F233DAAA-9D02-42AE-A844-A8749B39CE94}" dt="2026-10-07T06:55:13.696" v="0"/>
          <pc:sldLayoutMkLst>
            <pc:docMk/>
            <pc:sldMasterMk cId="1443137266" sldId="2147483660"/>
            <pc:sldLayoutMk cId="1282013637" sldId="2147483671"/>
          </pc:sldLayoutMkLst>
          <pc:spChg chg="mod">
            <ac:chgData name="Christine Cuenod" userId="0d8ec3d2-ea6f-4bb8-aa42-e329c8c8f8b9" providerId="ADAL" clId="{F233DAAA-9D02-42AE-A844-A8749B39CE94}" dt="2026-10-07T06:55:13.696" v="0"/>
            <ac:spMkLst>
              <pc:docMk/>
              <pc:sldMasterMk cId="1443137266" sldId="2147483660"/>
              <pc:sldLayoutMk cId="1282013637" sldId="2147483671"/>
              <ac:spMk id="2" creationId="{00000000-0000-0000-0000-000000000000}"/>
            </ac:spMkLst>
          </pc:spChg>
          <pc:spChg chg="mod">
            <ac:chgData name="Christine Cuenod" userId="0d8ec3d2-ea6f-4bb8-aa42-e329c8c8f8b9" providerId="ADAL" clId="{F233DAAA-9D02-42AE-A844-A8749B39CE94}" dt="2026-10-07T06:55:13.696" v="0"/>
            <ac:spMkLst>
              <pc:docMk/>
              <pc:sldMasterMk cId="1443137266" sldId="2147483660"/>
              <pc:sldLayoutMk cId="1282013637" sldId="2147483671"/>
              <ac:spMk id="3" creationId="{00000000-0000-0000-0000-000000000000}"/>
            </ac:spMkLst>
          </pc:spChg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D3999-B9A4-4F54-AEE3-932A2F010F5C}" type="datetimeFigureOut">
              <a:rPr lang="en-ZA" smtClean="0"/>
              <a:t>2026/10/07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D4ADA-03D4-4222-AA8A-D61A1270122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5526213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D3999-B9A4-4F54-AEE3-932A2F010F5C}" type="datetimeFigureOut">
              <a:rPr lang="en-ZA" smtClean="0"/>
              <a:t>2026/10/07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D4ADA-03D4-4222-AA8A-D61A1270122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5760653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D3999-B9A4-4F54-AEE3-932A2F010F5C}" type="datetimeFigureOut">
              <a:rPr lang="en-ZA" smtClean="0"/>
              <a:t>2026/10/07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D4ADA-03D4-4222-AA8A-D61A1270122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300752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D3999-B9A4-4F54-AEE3-932A2F010F5C}" type="datetimeFigureOut">
              <a:rPr lang="en-ZA" smtClean="0"/>
              <a:t>2026/10/07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D4ADA-03D4-4222-AA8A-D61A1270122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3923477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D3999-B9A4-4F54-AEE3-932A2F010F5C}" type="datetimeFigureOut">
              <a:rPr lang="en-ZA" smtClean="0"/>
              <a:t>2026/10/07</a:t>
            </a:fld>
            <a:endParaRPr lang="en-Z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D4ADA-03D4-4222-AA8A-D61A1270122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9060872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D3999-B9A4-4F54-AEE3-932A2F010F5C}" type="datetimeFigureOut">
              <a:rPr lang="en-ZA" smtClean="0"/>
              <a:t>2026/10/07</a:t>
            </a:fld>
            <a:endParaRPr lang="en-Z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D4ADA-03D4-4222-AA8A-D61A1270122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8931368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D3999-B9A4-4F54-AEE3-932A2F010F5C}" type="datetimeFigureOut">
              <a:rPr lang="en-ZA" smtClean="0"/>
              <a:t>2026/10/07</a:t>
            </a:fld>
            <a:endParaRPr lang="en-Z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D4ADA-03D4-4222-AA8A-D61A1270122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7369707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D3999-B9A4-4F54-AEE3-932A2F010F5C}" type="datetimeFigureOut">
              <a:rPr lang="en-ZA" smtClean="0"/>
              <a:t>2026/10/07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D4ADA-03D4-4222-AA8A-D61A1270122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7662999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D3999-B9A4-4F54-AEE3-932A2F010F5C}" type="datetimeFigureOut">
              <a:rPr lang="en-ZA" smtClean="0"/>
              <a:t>2026/10/07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D4ADA-03D4-4222-AA8A-D61A1270122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0914326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D3999-B9A4-4F54-AEE3-932A2F010F5C}" type="datetimeFigureOut">
              <a:rPr lang="en-ZA" smtClean="0"/>
              <a:t>2026/10/07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D4ADA-03D4-4222-AA8A-D61A1270122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5021841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D3999-B9A4-4F54-AEE3-932A2F010F5C}" type="datetimeFigureOut">
              <a:rPr lang="en-ZA" smtClean="0"/>
              <a:t>2026/10/07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D4ADA-03D4-4222-AA8A-D61A1270122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9936088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4D3999-B9A4-4F54-AEE3-932A2F010F5C}" type="datetimeFigureOut">
              <a:rPr lang="en-ZA" smtClean="0"/>
              <a:t>2026/10/07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4D4ADA-03D4-4222-AA8A-D61A1270122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3332682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3678" y="6399333"/>
            <a:ext cx="7562103" cy="536449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6213" b="12968"/>
          <a:stretch/>
        </p:blipFill>
        <p:spPr>
          <a:xfrm>
            <a:off x="8909702" y="6401449"/>
            <a:ext cx="3282298" cy="537284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836" b="16550"/>
          <a:stretch/>
        </p:blipFill>
        <p:spPr>
          <a:xfrm>
            <a:off x="-4233" y="6401905"/>
            <a:ext cx="3719736" cy="528737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3A7A80C-7152-468E-A4BB-866D4D104812}"/>
              </a:ext>
            </a:extLst>
          </p:cNvPr>
          <p:cNvSpPr/>
          <p:nvPr/>
        </p:nvSpPr>
        <p:spPr>
          <a:xfrm>
            <a:off x="0" y="6189785"/>
            <a:ext cx="12192000" cy="215060"/>
          </a:xfrm>
          <a:prstGeom prst="rect">
            <a:avLst/>
          </a:prstGeom>
          <a:solidFill>
            <a:srgbClr val="5C2A0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A053906-DACA-4A06-BE21-1F9175E757B5}"/>
              </a:ext>
            </a:extLst>
          </p:cNvPr>
          <p:cNvSpPr txBox="1"/>
          <p:nvPr/>
        </p:nvSpPr>
        <p:spPr>
          <a:xfrm>
            <a:off x="9625388" y="6230340"/>
            <a:ext cx="1067443" cy="2359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aseline="30000" dirty="0">
                <a:solidFill>
                  <a:schemeClr val="bg1"/>
                </a:solidFill>
                <a:latin typeface="Myriad Pro" panose="020B0503030403020204"/>
              </a:rPr>
              <a:t>pris.ukzn.ac.za</a:t>
            </a:r>
            <a:endParaRPr lang="en-GB" sz="1400" baseline="30000" dirty="0">
              <a:solidFill>
                <a:schemeClr val="bg1"/>
              </a:solidFill>
              <a:latin typeface="Myriad Pro" panose="020B0503030403020204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8407126-9568-4EAA-8982-93D0865903DE}"/>
              </a:ext>
            </a:extLst>
          </p:cNvPr>
          <p:cNvSpPr txBox="1"/>
          <p:nvPr/>
        </p:nvSpPr>
        <p:spPr>
          <a:xfrm>
            <a:off x="2354452" y="6174156"/>
            <a:ext cx="15632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baseline="30000" dirty="0">
                <a:solidFill>
                  <a:schemeClr val="bg1"/>
                </a:solidFill>
                <a:latin typeface="Myriad Pro" panose="020B0503030403020204" pitchFamily="34" charset="0"/>
              </a:rPr>
              <a:t>28 &amp; 29</a:t>
            </a:r>
            <a:r>
              <a:rPr lang="en-ZA" sz="1400" dirty="0">
                <a:solidFill>
                  <a:schemeClr val="bg1"/>
                </a:solidFill>
                <a:latin typeface="Myriad Pro" panose="020B0503030403020204" pitchFamily="34" charset="0"/>
              </a:rPr>
              <a:t> </a:t>
            </a:r>
            <a:r>
              <a:rPr lang="en-GB" sz="1400" baseline="30000" dirty="0">
                <a:solidFill>
                  <a:schemeClr val="bg1"/>
                </a:solidFill>
                <a:latin typeface="Myriad Pro" panose="020B0503030403020204" pitchFamily="34" charset="0"/>
              </a:rPr>
              <a:t>October 2026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D42454F-F894-4191-888F-4B75D216C943}"/>
              </a:ext>
            </a:extLst>
          </p:cNvPr>
          <p:cNvSpPr txBox="1"/>
          <p:nvPr/>
        </p:nvSpPr>
        <p:spPr>
          <a:xfrm>
            <a:off x="4036001" y="6222525"/>
            <a:ext cx="2085199" cy="2359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baseline="30000" dirty="0">
                <a:solidFill>
                  <a:schemeClr val="bg1"/>
                </a:solidFill>
                <a:latin typeface="Myriad Pro" panose="020B0503030403020204" pitchFamily="34" charset="0"/>
              </a:rPr>
              <a:t>Coastlands Hotel, Musgrave, Durban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CD55FF19-7ACB-4F63-959B-E3DCF4037F1A}"/>
              </a:ext>
            </a:extLst>
          </p:cNvPr>
          <p:cNvSpPr/>
          <p:nvPr/>
        </p:nvSpPr>
        <p:spPr>
          <a:xfrm>
            <a:off x="6167165" y="6243786"/>
            <a:ext cx="118032" cy="118032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94333BE2-DC7F-46DC-82E1-3A6E4D11D6A6}"/>
              </a:ext>
            </a:extLst>
          </p:cNvPr>
          <p:cNvSpPr/>
          <p:nvPr/>
        </p:nvSpPr>
        <p:spPr>
          <a:xfrm>
            <a:off x="3866675" y="6230340"/>
            <a:ext cx="118032" cy="118032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7F26724-38F7-4261-A397-152C7EE4D104}"/>
              </a:ext>
            </a:extLst>
          </p:cNvPr>
          <p:cNvSpPr txBox="1"/>
          <p:nvPr/>
        </p:nvSpPr>
        <p:spPr>
          <a:xfrm>
            <a:off x="6336217" y="6230340"/>
            <a:ext cx="3181501" cy="2359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ZA" sz="1400" baseline="30000" dirty="0">
                <a:solidFill>
                  <a:srgbClr val="FFFFFF"/>
                </a:solidFill>
                <a:latin typeface="Myriad Pro" panose="020B0503030403020204"/>
              </a:rPr>
              <a:t>THEME: International Year of Rangelands and Pastoralists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1569B157-AA73-4DA7-9995-2040F0BBD5D2}"/>
              </a:ext>
            </a:extLst>
          </p:cNvPr>
          <p:cNvSpPr/>
          <p:nvPr/>
        </p:nvSpPr>
        <p:spPr>
          <a:xfrm>
            <a:off x="9552272" y="6234072"/>
            <a:ext cx="118032" cy="118032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9795E05-F3AA-473D-890F-E779940CE7C3}"/>
              </a:ext>
            </a:extLst>
          </p:cNvPr>
          <p:cNvSpPr txBox="1"/>
          <p:nvPr/>
        </p:nvSpPr>
        <p:spPr>
          <a:xfrm>
            <a:off x="1344576" y="6230340"/>
            <a:ext cx="1053766" cy="2359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baseline="30000" dirty="0">
                <a:solidFill>
                  <a:schemeClr val="bg1"/>
                </a:solidFill>
                <a:latin typeface="Myriad Pro" panose="020B0503030403020204" pitchFamily="34" charset="0"/>
              </a:rPr>
              <a:t>PRIS 2026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61A92AC3-5D8E-4133-864A-EFA7579BD22A}"/>
              </a:ext>
            </a:extLst>
          </p:cNvPr>
          <p:cNvSpPr/>
          <p:nvPr/>
        </p:nvSpPr>
        <p:spPr>
          <a:xfrm>
            <a:off x="2275886" y="6234072"/>
            <a:ext cx="118032" cy="118032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4274A8A1-06F1-4898-BE63-A8B50701AB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7999" y="65780"/>
            <a:ext cx="9144001" cy="570895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3C80C5C4-89F1-4B80-B059-325E9346376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7955" y="38555"/>
            <a:ext cx="3442513" cy="492580"/>
          </a:xfrm>
          <a:prstGeom prst="rect">
            <a:avLst/>
          </a:prstGeom>
        </p:spPr>
      </p:pic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2493018C-7361-46B8-B889-3F6901DF5FF5}"/>
              </a:ext>
            </a:extLst>
          </p:cNvPr>
          <p:cNvCxnSpPr>
            <a:cxnSpLocks/>
          </p:cNvCxnSpPr>
          <p:nvPr/>
        </p:nvCxnSpPr>
        <p:spPr>
          <a:xfrm>
            <a:off x="-4233" y="645615"/>
            <a:ext cx="12196233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3A0C1516-78C4-46DE-B47C-99FC70E0E169}"/>
              </a:ext>
            </a:extLst>
          </p:cNvPr>
          <p:cNvSpPr txBox="1"/>
          <p:nvPr/>
        </p:nvSpPr>
        <p:spPr>
          <a:xfrm>
            <a:off x="6121200" y="29458"/>
            <a:ext cx="26983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600" b="1" dirty="0">
                <a:solidFill>
                  <a:srgbClr val="C00000"/>
                </a:solidFill>
                <a:latin typeface="Myriad Pro" panose="020B0503030403020204" pitchFamily="34" charset="0"/>
              </a:rPr>
              <a:t>PRIS 2026</a:t>
            </a:r>
            <a:endParaRPr lang="en-ZA" sz="3600" b="1" dirty="0">
              <a:solidFill>
                <a:srgbClr val="C00000"/>
              </a:solidFill>
              <a:latin typeface="Myriad Pro" panose="020B0503030403020204" pitchFamily="34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0F88F6B-9C82-FF64-40E9-ECA6ECC83736}"/>
              </a:ext>
            </a:extLst>
          </p:cNvPr>
          <p:cNvCxnSpPr>
            <a:cxnSpLocks/>
          </p:cNvCxnSpPr>
          <p:nvPr/>
        </p:nvCxnSpPr>
        <p:spPr>
          <a:xfrm>
            <a:off x="-4233" y="618100"/>
            <a:ext cx="3052232" cy="0"/>
          </a:xfrm>
          <a:prstGeom prst="line">
            <a:avLst/>
          </a:prstGeom>
          <a:ln w="28575">
            <a:solidFill>
              <a:srgbClr val="7C10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Research title"/>
          <p:cNvSpPr txBox="1"/>
          <p:nvPr/>
        </p:nvSpPr>
        <p:spPr>
          <a:xfrm>
            <a:off x="780000" y="1250000"/>
            <a:ext cx="10600000" cy="79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lang="en-ZA" sz="3000" b="1" dirty="0">
                <a:solidFill>
                  <a:srgbClr val="17365D"/>
                </a:solidFill>
                <a:latin typeface="Myriad Pro"/>
              </a:rPr>
              <a:t xml:space="preserve">Lightweight ConvLSTM for Abnormal Activity Recognition</a:t>
            </a:r>
            <a:endParaRPr lang="en-ZA" sz="3000"/>
          </a:p>
        </p:txBody>
      </p:sp>
      <p:sp>
        <p:nvSpPr>
          <p:cNvPr id="61" name="Presenter"/>
          <p:cNvSpPr txBox="1"/>
          <p:nvPr/>
        </p:nvSpPr>
        <p:spPr>
          <a:xfrm>
            <a:off x="800000" y="2150000"/>
            <a:ext cx="10400000" cy="43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lang="en-ZA" sz="1900" b="1" dirty="0">
                <a:solidFill>
                  <a:srgbClr val="17365D"/>
                </a:solidFill>
                <a:latin typeface="Myriad Pro"/>
              </a:rPr>
              <a:t xml:space="preserve">Sanele Hlabisa  |  PRIS 2026</a:t>
            </a:r>
            <a:endParaRPr lang="en-ZA" sz="1900"/>
          </a:p>
        </p:txBody>
      </p:sp>
      <p:sp>
        <p:nvSpPr>
          <p:cNvPr id="62" name="Research framing"/>
          <p:cNvSpPr txBox="1"/>
          <p:nvPr/>
        </p:nvSpPr>
        <p:spPr>
          <a:xfrm>
            <a:off x="800000" y="2900000"/>
            <a:ext cx="10800000" cy="198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lang="en-ZA" sz="2400" b="1" dirty="0">
                <a:solidFill>
                  <a:srgbClr val="17365D"/>
                </a:solidFill>
                <a:latin typeface="Myriad Pro"/>
              </a:rPr>
              <a:t xml:space="preserve">Problem, gap and question</a:t>
            </a:r>
            <a:endParaRPr lang="en-ZA" sz="2400"/>
          </a:p>
          <a:p>
            <a:pPr algn="l"/>
            <a:r>
              <a:rPr lang="en-ZA" sz="1950" dirty="0">
                <a:solidFill>
                  <a:srgbClr val="222222"/>
                </a:solidFill>
                <a:latin typeface="Myriad Pro"/>
              </a:rPr>
              <a:t xml:space="preserve">• Manual review of surveillance video is difficult to scale.</a:t>
            </a:r>
            <a:endParaRPr lang="en-ZA" sz="1950"/>
          </a:p>
          <a:p>
            <a:pPr algn="l"/>
            <a:r>
              <a:rPr lang="en-ZA" sz="1950" dirty="0">
                <a:solidFill>
                  <a:srgbClr val="222222"/>
                </a:solidFill>
                <a:latin typeface="Myriad Pro"/>
              </a:rPr>
              <a:t xml:space="preserve">• Deep video models capture motion, but model size can limit practical use.</a:t>
            </a:r>
            <a:endParaRPr lang="en-ZA" sz="1950"/>
          </a:p>
          <a:p>
            <a:pPr algn="l"/>
            <a:r>
              <a:rPr lang="en-ZA" sz="1950" dirty="0">
                <a:solidFill>
                  <a:srgbClr val="222222"/>
                </a:solidFill>
                <a:latin typeface="Myriad Pro"/>
              </a:rPr>
              <a:t xml:space="preserve">• Can a compact ConvLSTM recognize abnormal activity with fewer parameters?</a:t>
            </a:r>
            <a:endParaRPr lang="en-ZA" sz="1950"/>
          </a:p>
        </p:txBody>
      </p:sp>
    </p:spTree>
    <p:extLst>
      <p:ext uri="{BB962C8B-B14F-4D97-AF65-F5344CB8AC3E}">
        <p14:creationId xmlns:p14="http://schemas.microsoft.com/office/powerpoint/2010/main" val="7549723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2369129-67EB-4D38-AEAA-11D13BECB69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8706" y="137565"/>
            <a:ext cx="5976151" cy="85511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E9E7D79-0495-499C-9C19-1F761EA5F7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09" y="5238954"/>
            <a:ext cx="12192000" cy="159979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4626AA8-A27D-49E2-8431-BA11D7B79769}"/>
              </a:ext>
            </a:extLst>
          </p:cNvPr>
          <p:cNvSpPr txBox="1"/>
          <p:nvPr/>
        </p:nvSpPr>
        <p:spPr>
          <a:xfrm>
            <a:off x="9738609" y="6082575"/>
            <a:ext cx="1067443" cy="2359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aseline="30000" dirty="0">
                <a:solidFill>
                  <a:schemeClr val="bg1"/>
                </a:solidFill>
                <a:latin typeface="Myriad Pro" panose="020B0503030403020204"/>
              </a:rPr>
              <a:t>pris.ukzn.ac.za</a:t>
            </a:r>
            <a:endParaRPr lang="en-GB" sz="1400" baseline="30000" dirty="0">
              <a:solidFill>
                <a:schemeClr val="bg1"/>
              </a:solidFill>
              <a:latin typeface="Myriad Pro" panose="020B0503030403020204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C2DE6B-6AF8-40FF-AC89-6C36FC7680B1}"/>
              </a:ext>
            </a:extLst>
          </p:cNvPr>
          <p:cNvSpPr txBox="1"/>
          <p:nvPr/>
        </p:nvSpPr>
        <p:spPr>
          <a:xfrm>
            <a:off x="2356513" y="6038075"/>
            <a:ext cx="15632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baseline="30000" dirty="0">
                <a:solidFill>
                  <a:schemeClr val="bg1"/>
                </a:solidFill>
                <a:latin typeface="Myriad Pro" panose="020B0503030403020204" pitchFamily="34" charset="0"/>
              </a:rPr>
              <a:t>28 &amp; 29</a:t>
            </a:r>
            <a:r>
              <a:rPr lang="en-ZA" sz="1400" dirty="0">
                <a:solidFill>
                  <a:schemeClr val="bg1"/>
                </a:solidFill>
                <a:latin typeface="Myriad Pro" panose="020B0503030403020204" pitchFamily="34" charset="0"/>
              </a:rPr>
              <a:t> </a:t>
            </a:r>
            <a:r>
              <a:rPr lang="en-GB" sz="1400" baseline="30000" dirty="0">
                <a:solidFill>
                  <a:schemeClr val="bg1"/>
                </a:solidFill>
                <a:latin typeface="Myriad Pro" panose="020B0503030403020204" pitchFamily="34" charset="0"/>
              </a:rPr>
              <a:t>October 2026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5E3CD62-C891-412D-988E-F5115AB2F1C8}"/>
              </a:ext>
            </a:extLst>
          </p:cNvPr>
          <p:cNvSpPr txBox="1"/>
          <p:nvPr/>
        </p:nvSpPr>
        <p:spPr>
          <a:xfrm>
            <a:off x="4038062" y="6084125"/>
            <a:ext cx="2085199" cy="2359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baseline="30000" dirty="0">
                <a:solidFill>
                  <a:schemeClr val="bg1"/>
                </a:solidFill>
                <a:latin typeface="Myriad Pro" panose="020B0503030403020204" pitchFamily="34" charset="0"/>
              </a:rPr>
              <a:t>Coastlands Hotel, Musgrave, Durban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5857FF9-6106-4D61-9E49-0CA312FD4105}"/>
              </a:ext>
            </a:extLst>
          </p:cNvPr>
          <p:cNvSpPr/>
          <p:nvPr/>
        </p:nvSpPr>
        <p:spPr>
          <a:xfrm>
            <a:off x="6169226" y="6114516"/>
            <a:ext cx="118032" cy="118032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6C4E0BB-A1D4-4AF5-B120-9B8CC7274A99}"/>
              </a:ext>
            </a:extLst>
          </p:cNvPr>
          <p:cNvSpPr/>
          <p:nvPr/>
        </p:nvSpPr>
        <p:spPr>
          <a:xfrm>
            <a:off x="3868736" y="6105297"/>
            <a:ext cx="118032" cy="118032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B8198EB-EC14-45D9-A204-E4D898F500D7}"/>
              </a:ext>
            </a:extLst>
          </p:cNvPr>
          <p:cNvSpPr txBox="1"/>
          <p:nvPr/>
        </p:nvSpPr>
        <p:spPr>
          <a:xfrm>
            <a:off x="6169227" y="6082575"/>
            <a:ext cx="3569382" cy="2359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ZA" sz="1400" baseline="30000" dirty="0">
                <a:solidFill>
                  <a:srgbClr val="FFFFFF"/>
                </a:solidFill>
                <a:latin typeface="Myriad Pro" panose="020B0503030403020204"/>
              </a:rPr>
              <a:t>THEME: International Year of Rangelands and Pastoralists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7C01F7C-B8EE-4794-834B-D30A20B17BE3}"/>
              </a:ext>
            </a:extLst>
          </p:cNvPr>
          <p:cNvSpPr/>
          <p:nvPr/>
        </p:nvSpPr>
        <p:spPr>
          <a:xfrm>
            <a:off x="9554333" y="6104794"/>
            <a:ext cx="118032" cy="118032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EB9CDF0-E5A1-489C-8266-8323C312465E}"/>
              </a:ext>
            </a:extLst>
          </p:cNvPr>
          <p:cNvSpPr txBox="1"/>
          <p:nvPr/>
        </p:nvSpPr>
        <p:spPr>
          <a:xfrm>
            <a:off x="1346637" y="6094872"/>
            <a:ext cx="1053766" cy="2359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baseline="30000" dirty="0">
                <a:solidFill>
                  <a:schemeClr val="bg1"/>
                </a:solidFill>
                <a:latin typeface="Myriad Pro" panose="020B0503030403020204" pitchFamily="34" charset="0"/>
              </a:rPr>
              <a:t>PRIS 2026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8585485-A8C6-499B-8441-BF5282BB675F}"/>
              </a:ext>
            </a:extLst>
          </p:cNvPr>
          <p:cNvSpPr/>
          <p:nvPr/>
        </p:nvSpPr>
        <p:spPr>
          <a:xfrm>
            <a:off x="2277947" y="6108229"/>
            <a:ext cx="118032" cy="118032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60" name="Study approach"/>
          <p:cNvSpPr txBox="1"/>
          <p:nvPr/>
        </p:nvSpPr>
        <p:spPr>
          <a:xfrm>
            <a:off x="780000" y="1200000"/>
            <a:ext cx="10600000" cy="39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lang="en-ZA" sz="2700" b="1" dirty="0">
                <a:solidFill>
                  <a:srgbClr val="17365D"/>
                </a:solidFill>
                <a:latin typeface="Myriad Pro"/>
              </a:rPr>
              <a:t xml:space="preserve">Study approach</a:t>
            </a:r>
            <a:endParaRPr lang="en-ZA" sz="2700"/>
          </a:p>
        </p:txBody>
      </p:sp>
      <p:sp>
        <p:nvSpPr>
          <p:cNvPr id="61" name="Pipeline"/>
          <p:cNvSpPr txBox="1"/>
          <p:nvPr/>
        </p:nvSpPr>
        <p:spPr>
          <a:xfrm>
            <a:off x="800000" y="1750000"/>
            <a:ext cx="10600000" cy="145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lang="en-ZA" sz="2200" b="1" dirty="0">
                <a:solidFill>
                  <a:srgbClr val="17365D"/>
                </a:solidFill>
                <a:latin typeface="Myriad Pro"/>
              </a:rPr>
              <a:t xml:space="preserve">Video clips  →  sampled frames  →  ConvLSTM  →  activity label</a:t>
            </a:r>
            <a:endParaRPr lang="en-ZA" sz="2200"/>
          </a:p>
          <a:p>
            <a:pPr algn="l"/>
            <a:r>
              <a:rPr lang="en-ZA" sz="1850" dirty="0">
                <a:solidFill>
                  <a:srgbClr val="222222"/>
                </a:solidFill>
                <a:latin typeface="Myriad Pro"/>
              </a:rPr>
              <a:t xml:space="preserve">Search custom model depth and width on AAD.</a:t>
            </a:r>
            <a:endParaRPr lang="en-ZA" sz="1850"/>
          </a:p>
          <a:p>
            <a:pPr algn="l"/>
            <a:r>
              <a:rPr lang="en-ZA" sz="1850" dirty="0">
                <a:solidFill>
                  <a:srgbClr val="222222"/>
                </a:solidFill>
                <a:latin typeface="Myriad Pro"/>
              </a:rPr>
              <a:t xml:space="preserve">Compare the selected configuration with the published ConvLSTM, 3D CNNs and video transformers.</a:t>
            </a:r>
            <a:endParaRPr lang="en-ZA" sz="1850"/>
          </a:p>
        </p:txBody>
      </p:sp>
      <p:sp>
        <p:nvSpPr>
          <p:cNvPr id="62" name="Measures and status"/>
          <p:cNvSpPr txBox="1"/>
          <p:nvPr/>
        </p:nvSpPr>
        <p:spPr>
          <a:xfrm>
            <a:off x="800000" y="3500000"/>
            <a:ext cx="10600000" cy="12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lang="en-ZA" sz="2050" b="1" dirty="0">
                <a:solidFill>
                  <a:srgbClr val="17365D"/>
                </a:solidFill>
                <a:latin typeface="Myriad Pro"/>
              </a:rPr>
              <a:t xml:space="preserve">Measures: accuracy, precision, recall, F1 and parameter count</a:t>
            </a:r>
            <a:endParaRPr lang="en-ZA" sz="2050"/>
          </a:p>
          <a:p>
            <a:pPr algn="l"/>
            <a:r>
              <a:rPr lang="en-ZA" sz="1850" dirty="0">
                <a:solidFill>
                  <a:srgbClr val="222222"/>
                </a:solidFill>
                <a:latin typeface="Myriad Pro"/>
              </a:rPr>
              <a:t xml:space="preserve">AAD experiments are in progress; comparative results are pending verification.</a:t>
            </a:r>
            <a:endParaRPr lang="en-ZA" sz="1850"/>
          </a:p>
        </p:txBody>
      </p:sp>
    </p:spTree>
    <p:extLst>
      <p:ext uri="{BB962C8B-B14F-4D97-AF65-F5344CB8AC3E}">
        <p14:creationId xmlns:p14="http://schemas.microsoft.com/office/powerpoint/2010/main" val="42415841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2369129-67EB-4D38-AEAA-11D13BECB69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8706" y="137565"/>
            <a:ext cx="5976151" cy="85511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E9E7D79-0495-499C-9C19-1F761EA5F7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09" y="5238954"/>
            <a:ext cx="12192000" cy="159979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4626AA8-A27D-49E2-8431-BA11D7B79769}"/>
              </a:ext>
            </a:extLst>
          </p:cNvPr>
          <p:cNvSpPr txBox="1"/>
          <p:nvPr/>
        </p:nvSpPr>
        <p:spPr>
          <a:xfrm>
            <a:off x="9738609" y="6082575"/>
            <a:ext cx="1067443" cy="2359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aseline="30000" dirty="0">
                <a:solidFill>
                  <a:schemeClr val="bg1"/>
                </a:solidFill>
                <a:latin typeface="Myriad Pro" panose="020B0503030403020204"/>
              </a:rPr>
              <a:t>pris.ukzn.ac.za</a:t>
            </a:r>
            <a:endParaRPr lang="en-GB" sz="1400" baseline="30000" dirty="0">
              <a:solidFill>
                <a:schemeClr val="bg1"/>
              </a:solidFill>
              <a:latin typeface="Myriad Pro" panose="020B0503030403020204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C2DE6B-6AF8-40FF-AC89-6C36FC7680B1}"/>
              </a:ext>
            </a:extLst>
          </p:cNvPr>
          <p:cNvSpPr txBox="1"/>
          <p:nvPr/>
        </p:nvSpPr>
        <p:spPr>
          <a:xfrm>
            <a:off x="2356513" y="6038075"/>
            <a:ext cx="15632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baseline="30000" dirty="0">
                <a:solidFill>
                  <a:schemeClr val="bg1"/>
                </a:solidFill>
                <a:latin typeface="Myriad Pro" panose="020B0503030403020204" pitchFamily="34" charset="0"/>
              </a:rPr>
              <a:t>28 &amp; 29</a:t>
            </a:r>
            <a:r>
              <a:rPr lang="en-ZA" sz="1400" dirty="0">
                <a:solidFill>
                  <a:schemeClr val="bg1"/>
                </a:solidFill>
                <a:latin typeface="Myriad Pro" panose="020B0503030403020204" pitchFamily="34" charset="0"/>
              </a:rPr>
              <a:t> </a:t>
            </a:r>
            <a:r>
              <a:rPr lang="en-GB" sz="1400" baseline="30000" dirty="0">
                <a:solidFill>
                  <a:schemeClr val="bg1"/>
                </a:solidFill>
                <a:latin typeface="Myriad Pro" panose="020B0503030403020204" pitchFamily="34" charset="0"/>
              </a:rPr>
              <a:t>October 2026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5E3CD62-C891-412D-988E-F5115AB2F1C8}"/>
              </a:ext>
            </a:extLst>
          </p:cNvPr>
          <p:cNvSpPr txBox="1"/>
          <p:nvPr/>
        </p:nvSpPr>
        <p:spPr>
          <a:xfrm>
            <a:off x="4038062" y="6084125"/>
            <a:ext cx="2085199" cy="2359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baseline="30000" dirty="0">
                <a:solidFill>
                  <a:schemeClr val="bg1"/>
                </a:solidFill>
                <a:latin typeface="Myriad Pro" panose="020B0503030403020204" pitchFamily="34" charset="0"/>
              </a:rPr>
              <a:t>Coastlands Hotel, Musgrave, Durban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5857FF9-6106-4D61-9E49-0CA312FD4105}"/>
              </a:ext>
            </a:extLst>
          </p:cNvPr>
          <p:cNvSpPr/>
          <p:nvPr/>
        </p:nvSpPr>
        <p:spPr>
          <a:xfrm>
            <a:off x="6169226" y="6114516"/>
            <a:ext cx="118032" cy="118032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6C4E0BB-A1D4-4AF5-B120-9B8CC7274A99}"/>
              </a:ext>
            </a:extLst>
          </p:cNvPr>
          <p:cNvSpPr/>
          <p:nvPr/>
        </p:nvSpPr>
        <p:spPr>
          <a:xfrm>
            <a:off x="3868736" y="6105297"/>
            <a:ext cx="118032" cy="118032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B8198EB-EC14-45D9-A204-E4D898F500D7}"/>
              </a:ext>
            </a:extLst>
          </p:cNvPr>
          <p:cNvSpPr txBox="1"/>
          <p:nvPr/>
        </p:nvSpPr>
        <p:spPr>
          <a:xfrm>
            <a:off x="6169227" y="6082575"/>
            <a:ext cx="3569382" cy="2359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ZA" sz="1400" baseline="30000" dirty="0">
                <a:solidFill>
                  <a:srgbClr val="FFFFFF"/>
                </a:solidFill>
                <a:latin typeface="Myriad Pro" panose="020B0503030403020204"/>
              </a:rPr>
              <a:t>THEME: International Year of Rangelands and Pastoralists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7C01F7C-B8EE-4794-834B-D30A20B17BE3}"/>
              </a:ext>
            </a:extLst>
          </p:cNvPr>
          <p:cNvSpPr/>
          <p:nvPr/>
        </p:nvSpPr>
        <p:spPr>
          <a:xfrm>
            <a:off x="9554333" y="6104794"/>
            <a:ext cx="118032" cy="118032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EB9CDF0-E5A1-489C-8266-8323C312465E}"/>
              </a:ext>
            </a:extLst>
          </p:cNvPr>
          <p:cNvSpPr txBox="1"/>
          <p:nvPr/>
        </p:nvSpPr>
        <p:spPr>
          <a:xfrm>
            <a:off x="1346637" y="6094872"/>
            <a:ext cx="1053766" cy="2359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baseline="30000" dirty="0">
                <a:solidFill>
                  <a:schemeClr val="bg1"/>
                </a:solidFill>
                <a:latin typeface="Myriad Pro" panose="020B0503030403020204" pitchFamily="34" charset="0"/>
              </a:rPr>
              <a:t>PRIS 2026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8585485-A8C6-499B-8441-BF5282BB675F}"/>
              </a:ext>
            </a:extLst>
          </p:cNvPr>
          <p:cNvSpPr/>
          <p:nvPr/>
        </p:nvSpPr>
        <p:spPr>
          <a:xfrm>
            <a:off x="2277947" y="6108229"/>
            <a:ext cx="118032" cy="118032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60" name="Research value"/>
          <p:cNvSpPr txBox="1"/>
          <p:nvPr/>
        </p:nvSpPr>
        <p:spPr>
          <a:xfrm>
            <a:off x="780000" y="1200000"/>
            <a:ext cx="10600000" cy="39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lang="en-ZA" sz="2700" b="1" dirty="0">
                <a:solidFill>
                  <a:srgbClr val="17365D"/>
                </a:solidFill>
                <a:latin typeface="Myriad Pro"/>
              </a:rPr>
              <a:t xml:space="preserve">What this study aims to establish</a:t>
            </a:r>
            <a:endParaRPr lang="en-ZA" sz="2700"/>
          </a:p>
        </p:txBody>
      </p:sp>
      <p:sp>
        <p:nvSpPr>
          <p:cNvPr id="61" name="Takeaway and limitation"/>
          <p:cNvSpPr txBox="1"/>
          <p:nvPr/>
        </p:nvSpPr>
        <p:spPr>
          <a:xfrm>
            <a:off x="800000" y="1750000"/>
            <a:ext cx="10600000" cy="175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lang="en-ZA" sz="2200" b="1" dirty="0">
                <a:solidFill>
                  <a:srgbClr val="17365D"/>
                </a:solidFill>
                <a:latin typeface="Myriad Pro"/>
              </a:rPr>
              <a:t xml:space="preserve">A useful performance–complexity balance for surveillance video</a:t>
            </a:r>
            <a:endParaRPr lang="en-ZA" sz="2200"/>
          </a:p>
          <a:p>
            <a:pPr algn="l"/>
            <a:r>
              <a:rPr lang="en-ZA" sz="1900" dirty="0">
                <a:solidFill>
                  <a:srgbClr val="222222"/>
                </a:solidFill>
                <a:latin typeface="Myriad Pro"/>
              </a:rPr>
              <a:t xml:space="preserve">The study measures recognition quality alongside model size.</a:t>
            </a:r>
            <a:endParaRPr lang="en-ZA" sz="1900"/>
          </a:p>
          <a:p>
            <a:pPr algn="l"/>
            <a:r>
              <a:rPr lang="en-ZA" sz="1900" dirty="0">
                <a:solidFill>
                  <a:srgbClr val="222222"/>
                </a:solidFill>
                <a:latin typeface="Myriad Pro"/>
              </a:rPr>
              <a:t xml:space="preserve">Current task: one activity label per clip; simultaneous activities remain future work.</a:t>
            </a:r>
            <a:endParaRPr lang="en-ZA" sz="1900"/>
          </a:p>
        </p:txBody>
      </p:sp>
      <p:sp>
        <p:nvSpPr>
          <p:cNvPr id="62" name="Next step"/>
          <p:cNvSpPr txBox="1"/>
          <p:nvPr/>
        </p:nvSpPr>
        <p:spPr>
          <a:xfrm>
            <a:off x="800000" y="3800000"/>
            <a:ext cx="1060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lang="en-ZA" sz="2050" b="1" dirty="0">
                <a:solidFill>
                  <a:srgbClr val="17365D"/>
                </a:solidFill>
                <a:latin typeface="Myriad Pro"/>
              </a:rPr>
              <a:t xml:space="preserve">Next: complete the controlled AAD runs, freeze the model, then evaluate and report verified results.</a:t>
            </a:r>
            <a:endParaRPr lang="en-ZA" sz="2050"/>
          </a:p>
          <a:p>
            <a:pPr algn="l"/>
            <a:r>
              <a:rPr lang="en-ZA" sz="1900" dirty="0">
                <a:solidFill>
                  <a:srgbClr val="222222"/>
                </a:solidFill>
                <a:latin typeface="Myriad Pro"/>
              </a:rPr>
              <a:t xml:space="preserve">Thank you  |  Questions</a:t>
            </a:r>
            <a:endParaRPr lang="en-ZA" sz="1900"/>
          </a:p>
        </p:txBody>
      </p:sp>
    </p:spTree>
    <p:extLst>
      <p:ext uri="{BB962C8B-B14F-4D97-AF65-F5344CB8AC3E}">
        <p14:creationId xmlns:p14="http://schemas.microsoft.com/office/powerpoint/2010/main" val="42415841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9931</TotalTime>
  <Words>58</Words>
  <Application>Microsoft Office PowerPoint</Application>
  <PresentationFormat>Widescreen</PresentationFormat>
  <Paragraphs>11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Myriad Pro</vt:lpstr>
      <vt:lpstr>Office 2013 - 2022 Theme</vt:lpstr>
      <vt:lpstr>PowerPoint Presentation</vt:lpstr>
      <vt:lpstr>PowerPoint Presentation</vt:lpstr>
    </vt:vector>
  </TitlesOfParts>
  <Company>UKZN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Asokaran Rajh</dc:creator>
  <cp:lastModifiedBy>Christine Cuenod</cp:lastModifiedBy>
  <cp:revision>67</cp:revision>
  <dcterms:created xsi:type="dcterms:W3CDTF">2021-11-11T07:37:02Z</dcterms:created>
  <dcterms:modified xsi:type="dcterms:W3CDTF">2026-10-07T10:07:47Z</dcterms:modified>
</cp:coreProperties>
</file>